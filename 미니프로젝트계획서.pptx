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ERD</a:t>
            </a:r>
            <a:endParaRPr/>
          </a:p>
        </p:txBody>
      </p:sp>
      <p:sp>
        <p:nvSpPr>
          <p:cNvPr id="128" name="Google Shape;128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그림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ERD 테이블 구성 및 스키마 설명</a:t>
            </a:r>
            <a:endParaRPr/>
          </a:p>
        </p:txBody>
      </p:sp>
      <p:graphicFrame>
        <p:nvGraphicFramePr>
          <p:cNvPr id="135" name="Google Shape;135;p13"/>
          <p:cNvGraphicFramePr/>
          <p:nvPr/>
        </p:nvGraphicFramePr>
        <p:xfrm>
          <a:off x="1073805" y="2549450"/>
          <a:ext cx="8992900" cy="2595950"/>
        </p:xfrm>
        <a:graphic>
          <a:graphicData uri="http://schemas.openxmlformats.org/drawingml/2006/table">
            <a:tbl>
              <a:tblPr firstRow="1" bandRow="1">
                <a:noFill/>
                <a:tableStyleId>{5F6791DC-5017-4400-B032-68944D555E09}</a:tableStyleId>
              </a:tblPr>
              <a:tblGrid>
                <a:gridCol w="16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7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container</a:t>
                      </a:r>
                      <a:endParaRPr sz="1200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설명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컨테이너 정보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컬럼명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타입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길이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Not Null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Key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Default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설명</a:t>
                      </a:r>
                      <a:endParaRPr sz="1200"/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CONTAINERID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16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</a:rPr>
                        <a:t>PK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컨테이너식별자(차량번호)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DRIVERNAME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운전자이름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DRIVERPHONE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운전자연락처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COMMENT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varchar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128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 정보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ISEALID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11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FK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연결된 iseal 식별자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515</Words>
  <Application>Microsoft Office PowerPoint</Application>
  <PresentationFormat>와이드스크린</PresentationFormat>
  <Paragraphs>210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7</cp:revision>
  <dcterms:created xsi:type="dcterms:W3CDTF">2023-11-14T00:10:21Z</dcterms:created>
  <dcterms:modified xsi:type="dcterms:W3CDTF">2025-12-23T02:19:51Z</dcterms:modified>
</cp:coreProperties>
</file>