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74" r:id="rId11"/>
    <p:sldId id="271" r:id="rId12"/>
    <p:sldId id="272" r:id="rId13"/>
    <p:sldId id="273" r:id="rId14"/>
    <p:sldId id="275" r:id="rId15"/>
    <p:sldId id="276" r:id="rId16"/>
    <p:sldId id="277" r:id="rId17"/>
    <p:sldId id="278" r:id="rId18"/>
    <p:sldId id="264" r:id="rId19"/>
    <p:sldId id="265" r:id="rId20"/>
    <p:sldId id="266" r:id="rId21"/>
    <p:sldId id="267" r:id="rId22"/>
    <p:sldId id="268" r:id="rId23"/>
    <p:sldId id="269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66" y="1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8483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9735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0050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60014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5245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91083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4762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70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8263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92507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4562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6163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5046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00779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78541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8202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4820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55710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28430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5553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/>
              <a:t>횡단보도, 신호등 설치 현황 및 보행 안전 대시보드</a:t>
            </a:r>
            <a:endParaRPr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활용 데이터</a:t>
            </a: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로그인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건의게시판 기능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교통사고 건수에 따라 히트맵 지도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시도, 시군구별 월별 교통사고 그래프</a:t>
            </a:r>
            <a:endParaRPr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횡반보도 신호등 설치율, 사고 감소율, 안전 지수 KPI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BE398D-3F77-4CBC-B2EF-DAF3B92E0EC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64666" y="2647483"/>
            <a:ext cx="3780000" cy="41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4529B5-A8F8-46C7-B95A-920D4A12C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00" y="719270"/>
            <a:ext cx="4394564" cy="315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792315-C65D-4443-92FD-83B2708C9023}"/>
              </a:ext>
            </a:extLst>
          </p:cNvPr>
          <p:cNvSpPr txBox="1"/>
          <p:nvPr/>
        </p:nvSpPr>
        <p:spPr>
          <a:xfrm>
            <a:off x="6640945" y="1105018"/>
            <a:ext cx="19596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미로그인 시 헤더 부분</a:t>
            </a:r>
          </a:p>
        </p:txBody>
      </p:sp>
      <p:pic>
        <p:nvPicPr>
          <p:cNvPr id="81" name="Google Shape;8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6561" y="1542604"/>
            <a:ext cx="3780000" cy="41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525" y="454524"/>
            <a:ext cx="3778931" cy="41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1340716738"/>
              </p:ext>
            </p:extLst>
          </p:nvPr>
        </p:nvGraphicFramePr>
        <p:xfrm>
          <a:off x="8962892" y="405819"/>
          <a:ext cx="3101850" cy="391440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>
            <p:extLst>
              <p:ext uri="{D42A27DB-BD31-4B8C-83A1-F6EECF244321}">
                <p14:modId xmlns:p14="http://schemas.microsoft.com/office/powerpoint/2010/main" val="2253975813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횡단보도 개수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신호등 </a:t>
                      </a:r>
                      <a:r>
                        <a:rPr lang="ko-KR" alt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설치율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안전 지수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위험 지수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50" dirty="0"/>
              <a:t>KPI </a:t>
            </a:r>
            <a:r>
              <a:rPr lang="ko-KR" altLang="en-US" sz="1050" dirty="0"/>
              <a:t>카드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21348-1A48-475C-ACB6-B224D4A4C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15" y="2055102"/>
            <a:ext cx="7914443" cy="14680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50" dirty="0"/>
              <a:t>지역 선택</a:t>
            </a:r>
            <a:endParaRPr sz="1050"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dashboard2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7BA972-7621-4E2E-A2F3-781401E28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109" y="2557462"/>
            <a:ext cx="2457450" cy="174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332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map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Dashboard3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7EC444-576E-4A21-B777-D868B33C0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6" y="453358"/>
            <a:ext cx="7867650" cy="633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22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Crosswalk</a:t>
            </a:r>
            <a:r>
              <a:rPr lang="ko-KR" altLang="en-US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 </a:t>
            </a:r>
            <a:r>
              <a:rPr lang="en-US" altLang="ko-KR" sz="1000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detail</a:t>
            </a:r>
            <a:endParaRPr dirty="0"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dashboard4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40837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55380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962654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548072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942129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 err="1"/>
              <a:t>pedacc</a:t>
            </a:r>
            <a:r>
              <a:rPr lang="en-US" altLang="ko-KR" sz="1000" dirty="0"/>
              <a:t>: </a:t>
            </a:r>
            <a:r>
              <a:rPr lang="ko-KR" altLang="en-US" sz="1000" dirty="0"/>
              <a:t>보행자사고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pedacc1</a:t>
            </a:r>
            <a:endParaRPr sz="10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600831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/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/auth/signin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회원가입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Users-01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Login-01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/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/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요청라인 (질의문자열)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{ “username”:”user”, “password”:”abcd”}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응답코드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dirty="0"/>
              <a:t>ERD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0C039C1-2C2C-4036-917C-7953F2574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313" y="1178787"/>
            <a:ext cx="7813374" cy="551941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910F284-7D71-43B9-95F1-9C08397FA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7139"/>
            <a:ext cx="12120091" cy="524171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15FAEB-7157-4CC6-B6BE-D0641703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353149"/>
            <a:ext cx="12006471" cy="523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730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7419E9-C69F-4F15-A91A-DF2C4652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1884559" cy="318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2392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E22B51-9F67-4FE8-8E39-C2C95DF5F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7"/>
            <a:ext cx="12192000" cy="516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9848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84041-B436-4064-9252-3BC6AD75F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187716" cy="313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3525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4BE8BD-7C0F-47BA-9E60-410025373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90688"/>
            <a:ext cx="12102357" cy="331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1442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B4DE48-DCF3-4032-96B8-38D007EB8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1982258" cy="32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5354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83064E4-7250-40D2-A07A-6A108BE05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3083" cy="500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4141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E943886-E1B8-4C24-BA96-C23F86CBF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45491"/>
            <a:ext cx="12192000" cy="527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028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E8A25-4F88-4394-A963-E6B7489CE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90688"/>
            <a:ext cx="12192001" cy="403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620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A4665D3-6B9B-44CE-8984-8DF9E904A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41212" cy="333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6922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C615A1-1533-4E07-AC87-49BE8B467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7697"/>
            <a:ext cx="12192000" cy="525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878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7F66D35-C6E4-485E-A187-696058B9D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19200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014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654</Words>
  <Application>Microsoft Office PowerPoint</Application>
  <PresentationFormat>와이드스크린</PresentationFormat>
  <Paragraphs>295</Paragraphs>
  <Slides>35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Gulim</vt:lpstr>
      <vt:lpstr>Malgun Gothic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14</cp:revision>
  <dcterms:created xsi:type="dcterms:W3CDTF">2023-11-14T00:10:21Z</dcterms:created>
  <dcterms:modified xsi:type="dcterms:W3CDTF">2026-01-22T04:54:50Z</dcterms:modified>
</cp:coreProperties>
</file>