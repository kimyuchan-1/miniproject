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385" r:id="rId2"/>
    <p:sldId id="258" r:id="rId3"/>
    <p:sldId id="386" r:id="rId4"/>
    <p:sldId id="384" r:id="rId5"/>
    <p:sldId id="382" r:id="rId6"/>
    <p:sldId id="390" r:id="rId7"/>
    <p:sldId id="389" r:id="rId8"/>
    <p:sldId id="387" r:id="rId9"/>
    <p:sldId id="388" r:id="rId10"/>
    <p:sldId id="391" r:id="rId11"/>
    <p:sldId id="392" r:id="rId12"/>
    <p:sldId id="393" r:id="rId13"/>
    <p:sldId id="394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72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5400" dirty="0"/>
              <a:t>횡단보도</a:t>
            </a:r>
            <a:r>
              <a:rPr lang="en-US" altLang="ko-KR" sz="5400" dirty="0"/>
              <a:t>, </a:t>
            </a:r>
            <a:r>
              <a:rPr lang="ko-KR" altLang="en-US" sz="5400" dirty="0"/>
              <a:t>신호등 설치 현황 및 보행 안전 대시보드</a:t>
            </a: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황성훈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김유찬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활용 데이터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/>
              <a:t>공공 데이터 포털</a:t>
            </a:r>
            <a:r>
              <a:rPr lang="en-US" altLang="ko-KR" dirty="0"/>
              <a:t>, </a:t>
            </a:r>
            <a:r>
              <a:rPr lang="ko-KR" altLang="en-US" dirty="0"/>
              <a:t>한국도로교통공단 교통사고분석시스템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 </a:t>
            </a:r>
            <a:r>
              <a:rPr lang="ko-KR" altLang="en-US" dirty="0"/>
              <a:t>전국 횡단보도</a:t>
            </a:r>
            <a:r>
              <a:rPr lang="en-US" altLang="ko-KR" dirty="0"/>
              <a:t>, </a:t>
            </a:r>
            <a:r>
              <a:rPr lang="ko-KR" altLang="en-US" dirty="0"/>
              <a:t>신호등 데이터 및 </a:t>
            </a:r>
            <a:r>
              <a:rPr lang="ko-KR" altLang="en-US" dirty="0" err="1"/>
              <a:t>법정동코드</a:t>
            </a:r>
            <a:r>
              <a:rPr lang="en-US" altLang="ko-KR" dirty="0"/>
              <a:t>, </a:t>
            </a:r>
            <a:r>
              <a:rPr lang="ko-KR" altLang="en-US" dirty="0"/>
              <a:t>보행자 사고 데이터</a:t>
            </a:r>
            <a:r>
              <a:rPr lang="en-US" altLang="ko-KR" dirty="0"/>
              <a:t>, </a:t>
            </a:r>
            <a:r>
              <a:rPr lang="ko-KR" altLang="en-US" dirty="0"/>
              <a:t>보행자 사고 다발 지역 데이터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컨텐츠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 err="1"/>
              <a:t>전국횡단보도표준데이터</a:t>
            </a:r>
            <a:r>
              <a:rPr lang="en-US" altLang="ko-KR" dirty="0"/>
              <a:t> </a:t>
            </a:r>
            <a:r>
              <a:rPr lang="ko-KR" altLang="en-US" dirty="0"/>
              <a:t>및 </a:t>
            </a:r>
            <a:r>
              <a:rPr lang="ko-KR" altLang="en-US" dirty="0" err="1"/>
              <a:t>전국신호등표준데이터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시도 </a:t>
            </a:r>
            <a:r>
              <a:rPr lang="ko-KR" altLang="en-US" dirty="0" err="1"/>
              <a:t>시군구별</a:t>
            </a:r>
            <a:r>
              <a:rPr lang="ko-KR" altLang="en-US" dirty="0"/>
              <a:t> 월별 보행자 교통사고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보행자 교통사고 다발지역 정보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기능 정의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로그인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건의게시판 기능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지도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도표</a:t>
            </a:r>
            <a:r>
              <a:rPr lang="en-US" altLang="ko-KR" dirty="0"/>
              <a:t>/</a:t>
            </a:r>
            <a:r>
              <a:rPr lang="ko-KR" altLang="en-US" dirty="0"/>
              <a:t>그래프</a:t>
            </a:r>
          </a:p>
        </p:txBody>
      </p:sp>
    </p:spTree>
    <p:extLst>
      <p:ext uri="{BB962C8B-B14F-4D97-AF65-F5344CB8AC3E}">
        <p14:creationId xmlns:p14="http://schemas.microsoft.com/office/powerpoint/2010/main" val="4212294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 구성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그림 및 설명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089664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ore-KR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872757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ore-KR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ko-Kore-KR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ore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ko-Kore-KR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ore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ko-Kore-KR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ko-Kore-KR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ko-Kore-KR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0578401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/auth/</a:t>
                      </a:r>
                      <a:r>
                        <a:rPr lang="en-US" altLang="ko-KR" sz="1200" dirty="0" err="1"/>
                        <a:t>signin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Users-01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/v1/login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Login-01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91509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/v1/login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975637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</a:t>
                      </a:r>
                      <a:r>
                        <a:rPr lang="en-US" altLang="ko-KR" sz="1200" b="0" dirty="0" err="1"/>
                        <a:t>username”:”user</a:t>
                      </a:r>
                      <a:r>
                        <a:rPr lang="en-US" altLang="ko-KR" sz="1200" b="0" dirty="0"/>
                        <a:t>”, “password”:”</a:t>
                      </a:r>
                      <a:r>
                        <a:rPr lang="en-US" altLang="ko-KR" sz="1200" b="0" dirty="0" err="1"/>
                        <a:t>abcd</a:t>
                      </a:r>
                      <a:r>
                        <a:rPr lang="en-US" altLang="ko-KR" sz="1200" b="0" dirty="0"/>
                        <a:t>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그림</a:t>
            </a:r>
          </a:p>
        </p:txBody>
      </p:sp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14906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container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CONTAINERID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>
                          <a:effectLst/>
                        </a:rPr>
                        <a:t>컨테이너식별자</a:t>
                      </a:r>
                      <a:r>
                        <a:rPr lang="en-US" altLang="ko-KR" sz="1100" u="none" strike="noStrike" dirty="0">
                          <a:effectLst/>
                        </a:rPr>
                        <a:t>(</a:t>
                      </a:r>
                      <a:r>
                        <a:rPr lang="ko-KR" altLang="en-US" sz="1100" u="none" strike="noStrike" dirty="0">
                          <a:effectLst/>
                        </a:rPr>
                        <a:t>차량번호</a:t>
                      </a:r>
                      <a:r>
                        <a:rPr lang="en-US" altLang="ko-KR" sz="1100" u="none" strike="noStrike" dirty="0">
                          <a:effectLst/>
                        </a:rPr>
                        <a:t>)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DRIVERNAME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 dirty="0">
                          <a:effectLst/>
                        </a:rPr>
                        <a:t>운전자이름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DRIVERPHONE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 dirty="0">
                          <a:effectLst/>
                        </a:rPr>
                        <a:t>운전자연락처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128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 dirty="0">
                          <a:effectLst/>
                        </a:rPr>
                        <a:t>컨테이너 정보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ISEALID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FK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 dirty="0">
                          <a:effectLst/>
                        </a:rPr>
                        <a:t>연결된 </a:t>
                      </a:r>
                      <a:r>
                        <a:rPr lang="en-US" altLang="ko-KR" sz="1100" u="none" strike="noStrike" dirty="0" err="1">
                          <a:effectLst/>
                        </a:rPr>
                        <a:t>iseal</a:t>
                      </a:r>
                      <a:r>
                        <a:rPr lang="en-US" altLang="ko-KR" sz="1100" u="none" strike="noStrike" dirty="0">
                          <a:effectLst/>
                        </a:rPr>
                        <a:t> </a:t>
                      </a:r>
                      <a:r>
                        <a:rPr lang="ko-KR" altLang="en-US" sz="1100" u="none" strike="noStrike" dirty="0">
                          <a:effectLst/>
                        </a:rPr>
                        <a:t>식별자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345</Words>
  <Application>Microsoft Office PowerPoint</Application>
  <PresentationFormat>와이드스크린</PresentationFormat>
  <Paragraphs>163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Gulim</vt:lpstr>
      <vt:lpstr>맑은 고딕</vt:lpstr>
      <vt:lpstr>맑은 고딕</vt:lpstr>
      <vt:lpstr>Arial</vt:lpstr>
      <vt:lpstr>Office 테마</vt:lpstr>
      <vt:lpstr>횡단보도, 신호등 설치 현황 및 보행 안전 대시보드</vt:lpstr>
      <vt:lpstr>활용 데이터</vt:lpstr>
      <vt:lpstr>기능 정의</vt:lpstr>
      <vt:lpstr>시스템 구성</vt:lpstr>
      <vt:lpstr>화면 설계서</vt:lpstr>
      <vt:lpstr>PowerPoint 프레젠테이션</vt:lpstr>
      <vt:lpstr>PowerPoint 프레젠테이션</vt:lpstr>
      <vt:lpstr>REST API 명세</vt:lpstr>
      <vt:lpstr>REST API 명세 목록</vt:lpstr>
      <vt:lpstr>REST API 상세 명세</vt:lpstr>
      <vt:lpstr>Database 설계</vt:lpstr>
      <vt:lpstr>ERD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user</cp:lastModifiedBy>
  <cp:revision>22</cp:revision>
  <dcterms:created xsi:type="dcterms:W3CDTF">2023-11-14T00:10:21Z</dcterms:created>
  <dcterms:modified xsi:type="dcterms:W3CDTF">2025-12-19T00:47:12Z</dcterms:modified>
</cp:coreProperties>
</file>