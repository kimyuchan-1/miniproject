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2" r:id="rId10"/>
    <p:sldId id="274" r:id="rId11"/>
    <p:sldId id="271" r:id="rId12"/>
    <p:sldId id="272" r:id="rId13"/>
    <p:sldId id="273" r:id="rId14"/>
    <p:sldId id="275" r:id="rId15"/>
    <p:sldId id="276" r:id="rId16"/>
    <p:sldId id="277" r:id="rId17"/>
    <p:sldId id="278" r:id="rId18"/>
    <p:sldId id="264" r:id="rId19"/>
    <p:sldId id="265" r:id="rId20"/>
    <p:sldId id="266" r:id="rId21"/>
    <p:sldId id="267" r:id="rId22"/>
    <p:sldId id="268" r:id="rId23"/>
    <p:sldId id="269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iDCxK2ZXgnnNZVs5wxL2S5y01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94380D-7AE9-4E8F-AD6B-7CFE7C23461D}">
  <a:tblStyle styleId="{8494380D-7AE9-4E8F-AD6B-7CFE7C234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5CC03B4-4BE6-418C-813A-44F4487CB819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0D893A1-113A-440A-A9E9-711A06FFD2ED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8EBF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8EBF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F6791DC-5017-4400-B032-68944D555E09}" styleName="Table_3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7048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8483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9735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0050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60014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5245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91083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4762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709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>
  <p:cSld name="빈화면+상세설명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Google Shape;34;p18"/>
          <p:cNvGraphicFramePr/>
          <p:nvPr/>
        </p:nvGraphicFramePr>
        <p:xfrm>
          <a:off x="8956086" y="393703"/>
          <a:ext cx="3117375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oogle Shape;35;p18"/>
          <p:cNvGraphicFramePr/>
          <p:nvPr/>
        </p:nvGraphicFramePr>
        <p:xfrm>
          <a:off x="93140" y="393705"/>
          <a:ext cx="8799100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879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 marT="45725" marB="457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oogle Shape;36;p18"/>
          <p:cNvGraphicFramePr/>
          <p:nvPr/>
        </p:nvGraphicFramePr>
        <p:xfrm>
          <a:off x="95025" y="71427"/>
          <a:ext cx="879722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2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작업명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oogle Shape;37;p18"/>
          <p:cNvGraphicFramePr/>
          <p:nvPr/>
        </p:nvGraphicFramePr>
        <p:xfrm>
          <a:off x="8956114" y="63502"/>
          <a:ext cx="311737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55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화면ID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Malgun Gothic"/>
              <a:buNone/>
            </a:pPr>
            <a:r>
              <a:rPr lang="en-US" sz="5400"/>
              <a:t>횡단보도, 신호등 설치 현황 및 보행 안전 대시보드</a:t>
            </a:r>
            <a:endParaRPr/>
          </a:p>
        </p:txBody>
      </p:sp>
      <p:sp>
        <p:nvSpPr>
          <p:cNvPr id="48" name="Google Shape;48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BE : 황성훈</a:t>
            </a:r>
            <a:endParaRPr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FE : 김유찬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활용 데이터</a:t>
            </a: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출처</a:t>
            </a:r>
            <a:r>
              <a:rPr lang="en-US" dirty="0"/>
              <a:t> : </a:t>
            </a:r>
            <a:r>
              <a:rPr lang="en-US" dirty="0" err="1"/>
              <a:t>공공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포털</a:t>
            </a:r>
            <a:r>
              <a:rPr lang="en-US" dirty="0"/>
              <a:t>, </a:t>
            </a:r>
            <a:r>
              <a:rPr lang="en-US" dirty="0" err="1"/>
              <a:t>한국도로교통공단</a:t>
            </a:r>
            <a:r>
              <a:rPr lang="en-US" dirty="0"/>
              <a:t> </a:t>
            </a:r>
            <a:r>
              <a:rPr lang="en-US" dirty="0" err="1"/>
              <a:t>교통사고분석시스템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내용</a:t>
            </a:r>
            <a:r>
              <a:rPr lang="en-US" dirty="0"/>
              <a:t> : </a:t>
            </a:r>
            <a:r>
              <a:rPr lang="en-US" dirty="0" err="1"/>
              <a:t>전국</a:t>
            </a:r>
            <a:r>
              <a:rPr lang="en-US" dirty="0"/>
              <a:t> </a:t>
            </a:r>
            <a:r>
              <a:rPr lang="en-US" dirty="0" err="1"/>
              <a:t>횡단보도</a:t>
            </a:r>
            <a:r>
              <a:rPr lang="en-US" dirty="0"/>
              <a:t>,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및 </a:t>
            </a:r>
            <a:r>
              <a:rPr lang="en-US" dirty="0" err="1"/>
              <a:t>법정동코드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다발</a:t>
            </a:r>
            <a:r>
              <a:rPr lang="en-US" dirty="0"/>
              <a:t> </a:t>
            </a:r>
            <a:r>
              <a:rPr lang="en-US" dirty="0" err="1"/>
              <a:t>지역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컨텐츠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전국횡단보도표준데이터</a:t>
            </a:r>
            <a:r>
              <a:rPr lang="en-US" dirty="0"/>
              <a:t> 및 </a:t>
            </a:r>
            <a:r>
              <a:rPr lang="en-US" dirty="0" err="1"/>
              <a:t>전국신호등표준데이터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시도</a:t>
            </a:r>
            <a:r>
              <a:rPr lang="en-US" dirty="0"/>
              <a:t>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다발지역</a:t>
            </a:r>
            <a:r>
              <a:rPr lang="en-US" dirty="0"/>
              <a:t> </a:t>
            </a:r>
            <a:r>
              <a:rPr lang="en-US" dirty="0" err="1"/>
              <a:t>정보</a:t>
            </a:r>
            <a:endParaRPr dirty="0"/>
          </a:p>
          <a:p>
            <a:pPr marL="685800" lvl="1" indent="-8763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기능 정의</a:t>
            </a:r>
            <a:endParaRPr/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로그인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건의게시판 기능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교통사고 건수에 따라 히트맵 지도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시도, 시군구별 월별 교통사고 그래프</a:t>
            </a:r>
            <a:endParaRPr/>
          </a:p>
          <a:p>
            <a:pPr marL="228600" lvl="0" indent="-1651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횡반보도 신호등 설치율, 사고 감소율, 안전 지수 KPI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시스템 구성</a:t>
            </a:r>
            <a:endParaRPr/>
          </a:p>
        </p:txBody>
      </p:sp>
      <p:pic>
        <p:nvPicPr>
          <p:cNvPr id="66" name="Google Shape;66;p4" title="system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600" y="1836450"/>
            <a:ext cx="11267326" cy="44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화면 설계서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88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/ : </a:t>
            </a:r>
            <a:r>
              <a:rPr lang="ko-KR" altLang="en-US" sz="1000" dirty="0"/>
              <a:t>홈 화면</a:t>
            </a:r>
            <a:endParaRPr dirty="0"/>
          </a:p>
        </p:txBody>
      </p:sp>
      <p:graphicFrame>
        <p:nvGraphicFramePr>
          <p:cNvPr id="77" name="Google Shape;77;p6"/>
          <p:cNvGraphicFramePr/>
          <p:nvPr>
            <p:extLst>
              <p:ext uri="{D42A27DB-BD31-4B8C-83A1-F6EECF244321}">
                <p14:modId xmlns:p14="http://schemas.microsoft.com/office/powerpoint/2010/main" val="4183555305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 제목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목적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기능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기술 스택 디스플레이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여부에 따른 헤더 변경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홈페이지 이동에 따른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Rest API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PedSafe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바로가기 버튼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건의 게시판 클릭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항목에 대응하는 주소로 이동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8" name="Google Shape;78;p6"/>
          <p:cNvSpPr txBox="1"/>
          <p:nvPr/>
        </p:nvSpPr>
        <p:spPr>
          <a:xfrm>
            <a:off x="5770804" y="70517"/>
            <a:ext cx="3098876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dirty="0"/>
          </a:p>
        </p:txBody>
      </p:sp>
      <p:sp>
        <p:nvSpPr>
          <p:cNvPr id="79" name="Google Shape;79;p6"/>
          <p:cNvSpPr txBox="1"/>
          <p:nvPr/>
        </p:nvSpPr>
        <p:spPr>
          <a:xfrm>
            <a:off x="10523913" y="70517"/>
            <a:ext cx="1540811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BE398D-3F77-4CBC-B2EF-DAF3B92E0EC0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664666" y="2647483"/>
            <a:ext cx="3780000" cy="41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4529B5-A8F8-46C7-B95A-920D4A12C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000" y="719270"/>
            <a:ext cx="4394564" cy="3152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792315-C65D-4443-92FD-83B2708C9023}"/>
              </a:ext>
            </a:extLst>
          </p:cNvPr>
          <p:cNvSpPr txBox="1"/>
          <p:nvPr/>
        </p:nvSpPr>
        <p:spPr>
          <a:xfrm>
            <a:off x="6640945" y="1105018"/>
            <a:ext cx="19596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미로그인 시 헤더 부분</a:t>
            </a:r>
          </a:p>
        </p:txBody>
      </p:sp>
      <p:pic>
        <p:nvPicPr>
          <p:cNvPr id="81" name="Google Shape;8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16561" y="1542604"/>
            <a:ext cx="3780000" cy="41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525" y="454524"/>
            <a:ext cx="3778931" cy="41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Signup : </a:t>
            </a:r>
            <a:r>
              <a:rPr lang="en-US" sz="1000" dirty="0" err="1"/>
              <a:t>회원가입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4258952537"/>
              </p:ext>
            </p:extLst>
          </p:nvPr>
        </p:nvGraphicFramePr>
        <p:xfrm>
          <a:off x="8962892" y="405819"/>
          <a:ext cx="3101850" cy="423702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이용을 위한 회원 가입 </a:t>
                      </a: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 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사용자명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영문+숫자@영문+숫자.영문+숫자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영문,숫자,특수문자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포함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8~20자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저장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 존재하는 회원정보의 경우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 알림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861395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7229699-EB82-47C7-80F0-75773F6F9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2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 err="1"/>
              <a:t>Signin</a:t>
            </a:r>
            <a:r>
              <a:rPr lang="en-US" sz="1000" dirty="0"/>
              <a:t> : </a:t>
            </a:r>
            <a:r>
              <a:rPr lang="ko-KR" altLang="en-US" sz="1000" dirty="0"/>
              <a:t>로그인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1340716738"/>
              </p:ext>
            </p:extLst>
          </p:nvPr>
        </p:nvGraphicFramePr>
        <p:xfrm>
          <a:off x="8962892" y="405819"/>
          <a:ext cx="3101850" cy="391440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폼 공백 여부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다양한 플랫폼으로 로그인</a:t>
                      </a: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 유효한지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로그인할 경우 해당 회원정보 저장</a:t>
                      </a:r>
                      <a:endParaRPr lang="en-US" altLang="ko-KR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provider,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provider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id,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5738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</a:t>
                      </a:r>
                      <a:r>
                        <a:rPr lang="en-US" sz="9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</a:t>
                      </a:r>
                      <a:endParaRPr sz="9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sym typeface="Malgun Gothic"/>
                        </a:rPr>
                        <a:t>홈 화면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5C0ADF-3776-4ECC-A34E-45D4F286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>
            <p:extLst>
              <p:ext uri="{D42A27DB-BD31-4B8C-83A1-F6EECF244321}">
                <p14:modId xmlns:p14="http://schemas.microsoft.com/office/powerpoint/2010/main" val="2253975813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횡단보도 개수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신호등 </a:t>
                      </a:r>
                      <a:r>
                        <a:rPr lang="ko-KR" alt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설치율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안전 지수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위험 지수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50" dirty="0"/>
              <a:t>KPI </a:t>
            </a:r>
            <a:r>
              <a:rPr lang="ko-KR" altLang="en-US" sz="1050" dirty="0"/>
              <a:t>카드</a:t>
            </a:r>
            <a:endParaRPr sz="1050"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21348-1A48-475C-ACB6-B224D4A4C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15" y="2055102"/>
            <a:ext cx="7914443" cy="14680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50" dirty="0"/>
              <a:t>지역 선택</a:t>
            </a:r>
            <a:endParaRPr sz="1050"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dashboard2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7BA972-7621-4E2E-A2F3-781401E28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109" y="2557462"/>
            <a:ext cx="2457450" cy="174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332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map</a:t>
            </a:r>
            <a:endParaRPr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Dashboard3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7EC444-576E-4A21-B777-D868B33C0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6" y="453358"/>
            <a:ext cx="7867650" cy="633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22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Crosswalk</a:t>
            </a:r>
            <a:r>
              <a:rPr lang="ko-KR" altLang="en-US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 </a:t>
            </a:r>
            <a:r>
              <a:rPr lang="en-US" altLang="ko-KR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detail</a:t>
            </a:r>
            <a:endParaRPr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dashboard4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240837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55380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62654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548072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942129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600831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REST API 명세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/>
        </p:nvGraphicFramePr>
        <p:xfrm>
          <a:off x="1098745" y="1813175"/>
          <a:ext cx="10515625" cy="407935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/auth/signin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회원가입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Users-01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Login-01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3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7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8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9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10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/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/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요청라인 (질의문자열)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{ “username”:”user”, “password”:”abcd”}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응답코드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Database 설계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dirty="0"/>
              <a:t>ERD</a:t>
            </a:r>
            <a:endParaRPr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A093088-1119-4F6C-B3F1-2ACE301C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9417" y="146481"/>
            <a:ext cx="8966447" cy="65650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ERD 테이블 구성 및 스키마 설명</a:t>
            </a:r>
            <a:endParaRPr/>
          </a:p>
        </p:txBody>
      </p:sp>
      <p:graphicFrame>
        <p:nvGraphicFramePr>
          <p:cNvPr id="135" name="Google Shape;135;p13"/>
          <p:cNvGraphicFramePr/>
          <p:nvPr/>
        </p:nvGraphicFramePr>
        <p:xfrm>
          <a:off x="1073805" y="2549450"/>
          <a:ext cx="8992900" cy="2595950"/>
        </p:xfrm>
        <a:graphic>
          <a:graphicData uri="http://schemas.openxmlformats.org/drawingml/2006/table">
            <a:tbl>
              <a:tblPr firstRow="1" bandRow="1">
                <a:noFill/>
                <a:tableStyleId>{5F6791DC-5017-4400-B032-68944D555E09}</a:tableStyleId>
              </a:tblPr>
              <a:tblGrid>
                <a:gridCol w="162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2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7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container</a:t>
                      </a:r>
                      <a:endParaRPr sz="1200"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설명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컨테이너 정보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컬럼명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타입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길이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Not Null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Key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Default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설명</a:t>
                      </a:r>
                      <a:endParaRPr sz="1200"/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CONTAINERID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16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</a:rPr>
                        <a:t>PK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컨테이너식별자(차량번호)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DRIVERNAME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운전자이름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DRIVERPHONE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운전자연락처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COMMENT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varchar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128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 정보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ISEALID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11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FK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연결된 iseal 식별자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692</Words>
  <Application>Microsoft Office PowerPoint</Application>
  <PresentationFormat>와이드스크린</PresentationFormat>
  <Paragraphs>330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Gulim</vt:lpstr>
      <vt:lpstr>Malgun Gothic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횡단보도, 신호등 설치 현황 및 보행 안전 대시보드</dc:title>
  <dc:creator>김경민</dc:creator>
  <cp:lastModifiedBy>user</cp:lastModifiedBy>
  <cp:revision>12</cp:revision>
  <dcterms:created xsi:type="dcterms:W3CDTF">2023-11-14T00:10:21Z</dcterms:created>
  <dcterms:modified xsi:type="dcterms:W3CDTF">2026-01-14T05:15:31Z</dcterms:modified>
</cp:coreProperties>
</file>