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70" r:id="rId8"/>
    <p:sldId id="263" r:id="rId9"/>
    <p:sldId id="262" r:id="rId10"/>
    <p:sldId id="274" r:id="rId11"/>
    <p:sldId id="271" r:id="rId12"/>
    <p:sldId id="272" r:id="rId13"/>
    <p:sldId id="273" r:id="rId14"/>
    <p:sldId id="275" r:id="rId15"/>
    <p:sldId id="276" r:id="rId16"/>
    <p:sldId id="277" r:id="rId17"/>
    <p:sldId id="278" r:id="rId18"/>
    <p:sldId id="264" r:id="rId19"/>
    <p:sldId id="265" r:id="rId20"/>
    <p:sldId id="266" r:id="rId21"/>
    <p:sldId id="267" r:id="rId22"/>
    <p:sldId id="268" r:id="rId23"/>
    <p:sldId id="269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8" roundtripDataSignature="AMtx7miDCxK2ZXgnnNZVs5wxL2S5y01F7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494380D-7AE9-4E8F-AD6B-7CFE7C23461D}">
  <a:tblStyle styleId="{8494380D-7AE9-4E8F-AD6B-7CFE7C23461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5CC03B4-4BE6-418C-813A-44F4487CB819}" styleName="Table_1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0D893A1-113A-440A-A9E9-711A06FFD2ED}" styleName="Table_2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254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E8EBF5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/>
        <a:fill>
          <a:solidFill>
            <a:srgbClr val="E8EBF5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F6791DC-5017-4400-B032-68944D555E09}" styleName="Table_3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70487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384835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397350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700503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360014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85245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091083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8047621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294709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782638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7925078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45627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761633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550469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00779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785417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282020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48202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2557101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5284307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155536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빈화면+상세설명">
  <p:cSld name="빈화면+상세설명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" name="Google Shape;34;p18"/>
          <p:cNvGraphicFramePr/>
          <p:nvPr/>
        </p:nvGraphicFramePr>
        <p:xfrm>
          <a:off x="8956086" y="393703"/>
          <a:ext cx="3117375" cy="63928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5" name="Google Shape;35;p18"/>
          <p:cNvGraphicFramePr/>
          <p:nvPr/>
        </p:nvGraphicFramePr>
        <p:xfrm>
          <a:off x="93140" y="393705"/>
          <a:ext cx="8799100" cy="63928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879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25" marR="121925" marT="45725" marB="45725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6" name="Google Shape;36;p18"/>
          <p:cNvGraphicFramePr/>
          <p:nvPr/>
        </p:nvGraphicFramePr>
        <p:xfrm>
          <a:off x="95025" y="71427"/>
          <a:ext cx="8797225" cy="2460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122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4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3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작업명</a:t>
                      </a:r>
                      <a:endParaRPr sz="1200" u="none" strike="noStrike" cap="none"/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endParaRPr sz="9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분류</a:t>
                      </a:r>
                      <a:endParaRPr sz="900" b="1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Gulim"/>
                        <a:buNone/>
                      </a:pPr>
                      <a:endParaRPr sz="9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7" name="Google Shape;37;p18"/>
          <p:cNvGraphicFramePr/>
          <p:nvPr/>
        </p:nvGraphicFramePr>
        <p:xfrm>
          <a:off x="8956114" y="63502"/>
          <a:ext cx="3117375" cy="2460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155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7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0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8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화면ID</a:t>
                      </a:r>
                      <a:endParaRPr sz="1200" u="none" strike="noStrike" cap="none"/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Gulim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94">
          <p15:clr>
            <a:srgbClr val="FBAE40"/>
          </p15:clr>
        </p15:guide>
        <p15:guide id="2" pos="443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Malgun Gothic"/>
              <a:buNone/>
            </a:pPr>
            <a:r>
              <a:rPr lang="en-US" sz="5400"/>
              <a:t>횡단보도, 신호등 설치 현황 및 보행 안전 대시보드</a:t>
            </a:r>
            <a:endParaRPr/>
          </a:p>
        </p:txBody>
      </p:sp>
      <p:sp>
        <p:nvSpPr>
          <p:cNvPr id="48" name="Google Shape;48;p1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BE : 황성훈</a:t>
            </a:r>
            <a:endParaRPr/>
          </a:p>
          <a:p>
            <a:pPr marL="0" lvl="0" indent="0" algn="ctr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FE : 김유찬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활용 데이터</a:t>
            </a: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출처</a:t>
            </a:r>
            <a:r>
              <a:rPr lang="en-US" dirty="0"/>
              <a:t> : </a:t>
            </a:r>
            <a:r>
              <a:rPr lang="en-US" dirty="0" err="1"/>
              <a:t>공공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 </a:t>
            </a:r>
            <a:r>
              <a:rPr lang="en-US" dirty="0" err="1"/>
              <a:t>포털</a:t>
            </a:r>
            <a:r>
              <a:rPr lang="en-US" dirty="0"/>
              <a:t>, </a:t>
            </a:r>
            <a:r>
              <a:rPr lang="en-US" dirty="0" err="1"/>
              <a:t>한국도로교통공단</a:t>
            </a:r>
            <a:r>
              <a:rPr lang="en-US" dirty="0"/>
              <a:t> </a:t>
            </a:r>
            <a:r>
              <a:rPr lang="en-US" dirty="0" err="1"/>
              <a:t>교통사고분석시스템</a:t>
            </a:r>
            <a:endParaRPr dirty="0"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내용</a:t>
            </a:r>
            <a:r>
              <a:rPr lang="en-US" dirty="0"/>
              <a:t> : </a:t>
            </a:r>
            <a:r>
              <a:rPr lang="en-US" dirty="0" err="1"/>
              <a:t>전국</a:t>
            </a:r>
            <a:r>
              <a:rPr lang="en-US" dirty="0"/>
              <a:t> </a:t>
            </a:r>
            <a:r>
              <a:rPr lang="en-US" dirty="0" err="1"/>
              <a:t>횡단보도</a:t>
            </a:r>
            <a:r>
              <a:rPr lang="en-US" dirty="0"/>
              <a:t>, </a:t>
            </a:r>
            <a:r>
              <a:rPr lang="en-US" dirty="0" err="1"/>
              <a:t>신호등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 및 </a:t>
            </a:r>
            <a:r>
              <a:rPr lang="en-US" dirty="0" err="1"/>
              <a:t>법정동코드</a:t>
            </a:r>
            <a:r>
              <a:rPr lang="en-US" dirty="0"/>
              <a:t>, </a:t>
            </a: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사고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, </a:t>
            </a: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사고</a:t>
            </a:r>
            <a:r>
              <a:rPr lang="en-US" dirty="0"/>
              <a:t> </a:t>
            </a:r>
            <a:r>
              <a:rPr lang="en-US" dirty="0" err="1"/>
              <a:t>다발</a:t>
            </a:r>
            <a:r>
              <a:rPr lang="en-US" dirty="0"/>
              <a:t> </a:t>
            </a:r>
            <a:r>
              <a:rPr lang="en-US" dirty="0" err="1"/>
              <a:t>지역</a:t>
            </a:r>
            <a:r>
              <a:rPr lang="en-US" dirty="0"/>
              <a:t> </a:t>
            </a:r>
            <a:r>
              <a:rPr lang="en-US" dirty="0" err="1"/>
              <a:t>데이터</a:t>
            </a:r>
            <a:endParaRPr dirty="0"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주요</a:t>
            </a:r>
            <a:r>
              <a:rPr lang="en-US" dirty="0"/>
              <a:t> </a:t>
            </a:r>
            <a:r>
              <a:rPr lang="en-US" dirty="0" err="1"/>
              <a:t>컨텐츠</a:t>
            </a:r>
            <a:endParaRPr dirty="0"/>
          </a:p>
          <a:p>
            <a:pPr marL="685800" lvl="1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전국횡단보도표준데이터</a:t>
            </a:r>
            <a:r>
              <a:rPr lang="en-US" dirty="0"/>
              <a:t> 및 </a:t>
            </a:r>
            <a:r>
              <a:rPr lang="en-US" dirty="0" err="1"/>
              <a:t>전국신호등표준데이터</a:t>
            </a:r>
            <a:endParaRPr dirty="0"/>
          </a:p>
          <a:p>
            <a:pPr marL="685800" lvl="1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시도</a:t>
            </a:r>
            <a:r>
              <a:rPr lang="en-US" dirty="0"/>
              <a:t> </a:t>
            </a:r>
            <a:r>
              <a:rPr lang="en-US" dirty="0" err="1"/>
              <a:t>시군구별</a:t>
            </a:r>
            <a:r>
              <a:rPr lang="en-US" dirty="0"/>
              <a:t> </a:t>
            </a:r>
            <a:r>
              <a:rPr lang="en-US" dirty="0" err="1"/>
              <a:t>월별</a:t>
            </a:r>
            <a:r>
              <a:rPr lang="en-US" dirty="0"/>
              <a:t> </a:t>
            </a: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교통사고</a:t>
            </a:r>
            <a:endParaRPr dirty="0"/>
          </a:p>
          <a:p>
            <a:pPr marL="685800" lvl="1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교통사고</a:t>
            </a:r>
            <a:r>
              <a:rPr lang="en-US" dirty="0"/>
              <a:t> </a:t>
            </a:r>
            <a:r>
              <a:rPr lang="en-US" dirty="0" err="1"/>
              <a:t>다발지역</a:t>
            </a:r>
            <a:r>
              <a:rPr lang="en-US" dirty="0"/>
              <a:t> </a:t>
            </a:r>
            <a:r>
              <a:rPr lang="en-US" dirty="0" err="1"/>
              <a:t>정보</a:t>
            </a:r>
            <a:endParaRPr dirty="0"/>
          </a:p>
          <a:p>
            <a:pPr marL="685800" lvl="1" indent="-8763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기능 정의</a:t>
            </a:r>
            <a:endParaRPr/>
          </a:p>
        </p:txBody>
      </p:sp>
      <p:sp>
        <p:nvSpPr>
          <p:cNvPr id="60" name="Google Shape;60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로그인</a:t>
            </a:r>
            <a:endParaRPr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건의게시판 기능</a:t>
            </a:r>
            <a:endParaRPr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교통사고 건수에 따라 히트맵 지도</a:t>
            </a:r>
            <a:endParaRPr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시도, 시군구별 월별 교통사고 그래프</a:t>
            </a:r>
            <a:endParaRPr/>
          </a:p>
          <a:p>
            <a:pPr marL="228600" lvl="0" indent="-1651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횡반보도 신호등 설치율, 사고 감소율, 안전 지수 KPI 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시스템 구성</a:t>
            </a:r>
            <a:endParaRPr/>
          </a:p>
        </p:txBody>
      </p:sp>
      <p:pic>
        <p:nvPicPr>
          <p:cNvPr id="66" name="Google Shape;66;p4" title="system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600" y="1836450"/>
            <a:ext cx="11267326" cy="442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sz="4400"/>
              <a:t>화면 설계서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6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88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sz="1000" dirty="0"/>
              <a:t>/ : </a:t>
            </a:r>
            <a:r>
              <a:rPr lang="ko-KR" altLang="en-US" sz="1000" dirty="0"/>
              <a:t>홈 화면</a:t>
            </a:r>
            <a:endParaRPr dirty="0"/>
          </a:p>
        </p:txBody>
      </p:sp>
      <p:graphicFrame>
        <p:nvGraphicFramePr>
          <p:cNvPr id="77" name="Google Shape;77;p6"/>
          <p:cNvGraphicFramePr/>
          <p:nvPr>
            <p:extLst>
              <p:ext uri="{D42A27DB-BD31-4B8C-83A1-F6EECF244321}">
                <p14:modId xmlns:p14="http://schemas.microsoft.com/office/powerpoint/2010/main" val="4183555305"/>
              </p:ext>
            </p:extLst>
          </p:nvPr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프로젝트 제목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목적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주요 기능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기술 스택 디스플레이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 여부에 따른 헤더 변경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각 홈페이지 이동에 따른 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Rest API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PedSafe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대시보드 바로가기 버튼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회원가입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대시보드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건의 게시판 클릭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각 항목에 대응하는 주소로 이동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8" name="Google Shape;78;p6"/>
          <p:cNvSpPr txBox="1"/>
          <p:nvPr/>
        </p:nvSpPr>
        <p:spPr>
          <a:xfrm>
            <a:off x="5770804" y="70517"/>
            <a:ext cx="3098876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ko-KR" altLang="en-US"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홈</a:t>
            </a:r>
            <a:endParaRPr dirty="0"/>
          </a:p>
        </p:txBody>
      </p:sp>
      <p:sp>
        <p:nvSpPr>
          <p:cNvPr id="79" name="Google Shape;79;p6"/>
          <p:cNvSpPr txBox="1"/>
          <p:nvPr/>
        </p:nvSpPr>
        <p:spPr>
          <a:xfrm>
            <a:off x="10523913" y="70517"/>
            <a:ext cx="1540811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 ID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4BE398D-3F77-4CBC-B2EF-DAF3B92E0EC0}"/>
              </a:ext>
            </a:extLst>
          </p:cNvPr>
          <p:cNvPicPr preferRelativeResize="0"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664666" y="2647483"/>
            <a:ext cx="3780000" cy="41400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64529B5-A8F8-46C7-B95A-920D4A12C1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000" y="719270"/>
            <a:ext cx="4394564" cy="3152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792315-C65D-4443-92FD-83B2708C9023}"/>
              </a:ext>
            </a:extLst>
          </p:cNvPr>
          <p:cNvSpPr txBox="1"/>
          <p:nvPr/>
        </p:nvSpPr>
        <p:spPr>
          <a:xfrm>
            <a:off x="6640945" y="1105018"/>
            <a:ext cx="19596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미로그인 시 헤더 부분</a:t>
            </a:r>
          </a:p>
        </p:txBody>
      </p:sp>
      <p:pic>
        <p:nvPicPr>
          <p:cNvPr id="81" name="Google Shape;81;p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16561" y="1542604"/>
            <a:ext cx="3780000" cy="41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9525" y="454524"/>
            <a:ext cx="3778931" cy="41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"/>
          <p:cNvSpPr txBox="1">
            <a:spLocks noGrp="1"/>
          </p:cNvSpPr>
          <p:nvPr>
            <p:ph type="body" idx="4294967295"/>
          </p:nvPr>
        </p:nvSpPr>
        <p:spPr>
          <a:xfrm>
            <a:off x="1283277" y="70517"/>
            <a:ext cx="3238847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sz="1000" dirty="0"/>
              <a:t>Signup : </a:t>
            </a:r>
            <a:r>
              <a:rPr lang="en-US" sz="1000" dirty="0" err="1"/>
              <a:t>회원가입</a:t>
            </a:r>
            <a:endParaRPr dirty="0"/>
          </a:p>
        </p:txBody>
      </p:sp>
      <p:graphicFrame>
        <p:nvGraphicFramePr>
          <p:cNvPr id="95" name="Google Shape;95;p7"/>
          <p:cNvGraphicFramePr/>
          <p:nvPr>
            <p:extLst>
              <p:ext uri="{D42A27DB-BD31-4B8C-83A1-F6EECF244321}">
                <p14:modId xmlns:p14="http://schemas.microsoft.com/office/powerpoint/2010/main" val="4258952537"/>
              </p:ext>
            </p:extLst>
          </p:nvPr>
        </p:nvGraphicFramePr>
        <p:xfrm>
          <a:off x="8962892" y="405819"/>
          <a:ext cx="3101850" cy="4237024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서비스 이용을 위한 회원 가입 </a:t>
                      </a: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9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가입에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필요한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</a:t>
                      </a:r>
                      <a:endParaRPr lang="en-US"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 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사용자명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endParaRPr lang="en-US"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 확인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유효성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검사</a:t>
                      </a:r>
                      <a:b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영문+숫자@영문+숫자.영문+숫자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39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유효성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검사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영문,숫자,특수문자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포함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공백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없음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8~20자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938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 dirty="0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Request로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받아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데이터베이스에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저장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: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9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이미 존재하는 회원정보의 경우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경고 알림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5861395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확인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후</a:t>
                      </a:r>
                      <a:b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가입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클릭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페이지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6" name="Google Shape;96;p7"/>
          <p:cNvSpPr txBox="1"/>
          <p:nvPr/>
        </p:nvSpPr>
        <p:spPr>
          <a:xfrm>
            <a:off x="5770703" y="70517"/>
            <a:ext cx="3117375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관리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7" name="Google Shape;97;p7"/>
          <p:cNvSpPr txBox="1"/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Users-01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7229699-EB82-47C7-80F0-75773F6F9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548" y="633600"/>
            <a:ext cx="5161151" cy="5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5246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"/>
          <p:cNvSpPr txBox="1">
            <a:spLocks noGrp="1"/>
          </p:cNvSpPr>
          <p:nvPr>
            <p:ph type="body" idx="4294967295"/>
          </p:nvPr>
        </p:nvSpPr>
        <p:spPr>
          <a:xfrm>
            <a:off x="1283277" y="70517"/>
            <a:ext cx="3238847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sz="1000" dirty="0" err="1"/>
              <a:t>Signin</a:t>
            </a:r>
            <a:r>
              <a:rPr lang="en-US" sz="1000" dirty="0"/>
              <a:t> : </a:t>
            </a:r>
            <a:r>
              <a:rPr lang="ko-KR" altLang="en-US" sz="1000" dirty="0"/>
              <a:t>로그인</a:t>
            </a:r>
            <a:endParaRPr dirty="0"/>
          </a:p>
        </p:txBody>
      </p:sp>
      <p:graphicFrame>
        <p:nvGraphicFramePr>
          <p:cNvPr id="95" name="Google Shape;95;p7"/>
          <p:cNvGraphicFramePr/>
          <p:nvPr>
            <p:extLst>
              <p:ext uri="{D42A27DB-BD31-4B8C-83A1-F6EECF244321}">
                <p14:modId xmlns:p14="http://schemas.microsoft.com/office/powerpoint/2010/main" val="1340716738"/>
              </p:ext>
            </p:extLst>
          </p:nvPr>
        </p:nvGraphicFramePr>
        <p:xfrm>
          <a:off x="8962892" y="405819"/>
          <a:ext cx="3101850" cy="3914404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서비스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이용을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위한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9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에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필요한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 폼 공백 여부 확인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39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OAuth2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 다양한 플랫폼으로 로그인</a:t>
                      </a: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938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Request로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받아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데이터베이스에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 유효한지 확인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9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OAuth2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 로그인할 경우 해당 회원정보 저장</a:t>
                      </a:r>
                      <a:endParaRPr lang="en-US" altLang="ko-KR"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: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provider,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provider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id,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권한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955738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</a:t>
                      </a:r>
                      <a:r>
                        <a:rPr lang="en-US" sz="900" b="1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b="1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요구사항</a:t>
                      </a:r>
                      <a:endParaRPr sz="900" b="1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후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클릭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sym typeface="Malgun Gothic"/>
                        </a:rPr>
                        <a:t>홈 화면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6" name="Google Shape;96;p7"/>
          <p:cNvSpPr txBox="1"/>
          <p:nvPr/>
        </p:nvSpPr>
        <p:spPr>
          <a:xfrm>
            <a:off x="5770703" y="70517"/>
            <a:ext cx="3117375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관리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7" name="Google Shape;97;p7"/>
          <p:cNvSpPr txBox="1"/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Users-01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B5C0ADF-3776-4ECC-A34E-45D4F2863F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548" y="633600"/>
            <a:ext cx="5161151" cy="5590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/>
              <a:t>Dashboard: </a:t>
            </a:r>
            <a:r>
              <a:rPr lang="ko-KR" altLang="en-US" sz="1000" dirty="0"/>
              <a:t>대시보드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>
            <p:extLst>
              <p:ext uri="{D42A27DB-BD31-4B8C-83A1-F6EECF244321}">
                <p14:modId xmlns:p14="http://schemas.microsoft.com/office/powerpoint/2010/main" val="2253975813"/>
              </p:ext>
            </p:extLst>
          </p:nvPr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전체 횡단보도 개수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신호등 </a:t>
                      </a:r>
                      <a:r>
                        <a:rPr lang="ko-KR" alt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설치율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안전 지수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위험 지수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50" dirty="0"/>
              <a:t>KPI </a:t>
            </a:r>
            <a:r>
              <a:rPr lang="ko-KR" altLang="en-US" sz="1050" dirty="0"/>
              <a:t>카드</a:t>
            </a:r>
            <a:endParaRPr sz="1050" dirty="0"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dashboard1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/>
              <a:t>Dashboard: </a:t>
            </a:r>
            <a:r>
              <a:rPr lang="ko-KR" altLang="en-US" sz="1000" dirty="0"/>
              <a:t>대시보드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ko-KR" altLang="en-US" sz="1050" dirty="0"/>
              <a:t>지역 선택</a:t>
            </a:r>
            <a:endParaRPr sz="1050" dirty="0"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dashboard2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737332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/>
              <a:t>Dashboard: </a:t>
            </a:r>
            <a:r>
              <a:rPr lang="ko-KR" altLang="en-US" sz="1000" dirty="0"/>
              <a:t>대시보드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map</a:t>
            </a:r>
            <a:endParaRPr dirty="0"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Dashboard3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1384220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/>
              <a:t>Dashboard: </a:t>
            </a:r>
            <a:r>
              <a:rPr lang="ko-KR" altLang="en-US" sz="1000" dirty="0"/>
              <a:t>대시보드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chemeClr val="dk1"/>
                </a:solidFill>
                <a:latin typeface="Malgun Gothic"/>
                <a:ea typeface="Malgun Gothic"/>
                <a:sym typeface="Malgun Gothic"/>
              </a:rPr>
              <a:t>Crosswalk</a:t>
            </a:r>
            <a:r>
              <a:rPr lang="ko-KR" altLang="en-US" sz="1000" dirty="0">
                <a:solidFill>
                  <a:schemeClr val="dk1"/>
                </a:solidFill>
                <a:latin typeface="Malgun Gothic"/>
                <a:ea typeface="Malgun Gothic"/>
                <a:sym typeface="Malgun Gothic"/>
              </a:rPr>
              <a:t> </a:t>
            </a:r>
            <a:r>
              <a:rPr lang="en-US" altLang="ko-KR" sz="1000" dirty="0">
                <a:solidFill>
                  <a:schemeClr val="dk1"/>
                </a:solidFill>
                <a:latin typeface="Malgun Gothic"/>
                <a:ea typeface="Malgun Gothic"/>
                <a:sym typeface="Malgun Gothic"/>
              </a:rPr>
              <a:t>detail</a:t>
            </a:r>
            <a:endParaRPr dirty="0"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dashboard4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32408373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 err="1"/>
              <a:t>pedacc</a:t>
            </a:r>
            <a:r>
              <a:rPr lang="en-US" altLang="ko-KR" sz="1000" dirty="0"/>
              <a:t>: </a:t>
            </a:r>
            <a:r>
              <a:rPr lang="ko-KR" altLang="en-US" sz="1000" dirty="0"/>
              <a:t>보행자사고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텍스트를 입력하세요</a:t>
            </a:r>
            <a:endParaRPr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pedacc1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755380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 err="1"/>
              <a:t>pedacc</a:t>
            </a:r>
            <a:r>
              <a:rPr lang="en-US" altLang="ko-KR" sz="1000" dirty="0"/>
              <a:t>: </a:t>
            </a:r>
            <a:r>
              <a:rPr lang="ko-KR" altLang="en-US" sz="1000" dirty="0"/>
              <a:t>보행자사고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텍스트를 입력하세요</a:t>
            </a:r>
            <a:endParaRPr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pedacc1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39626549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 err="1"/>
              <a:t>pedacc</a:t>
            </a:r>
            <a:r>
              <a:rPr lang="en-US" altLang="ko-KR" sz="1000" dirty="0"/>
              <a:t>: </a:t>
            </a:r>
            <a:r>
              <a:rPr lang="ko-KR" altLang="en-US" sz="1000" dirty="0"/>
              <a:t>보행자사고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텍스트를 입력하세요</a:t>
            </a:r>
            <a:endParaRPr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pedacc1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35480720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 err="1"/>
              <a:t>pedacc</a:t>
            </a:r>
            <a:r>
              <a:rPr lang="en-US" altLang="ko-KR" sz="1000" dirty="0"/>
              <a:t>: </a:t>
            </a:r>
            <a:r>
              <a:rPr lang="ko-KR" altLang="en-US" sz="1000" dirty="0"/>
              <a:t>보행자사고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텍스트를 입력하세요</a:t>
            </a:r>
            <a:endParaRPr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pedacc1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29421293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 err="1"/>
              <a:t>pedacc</a:t>
            </a:r>
            <a:r>
              <a:rPr lang="en-US" altLang="ko-KR" sz="1000" dirty="0"/>
              <a:t>: </a:t>
            </a:r>
            <a:r>
              <a:rPr lang="ko-KR" altLang="en-US" sz="1000" dirty="0"/>
              <a:t>보행자사고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텍스트를 입력하세요</a:t>
            </a:r>
            <a:endParaRPr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pedacc1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26008315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sz="4400"/>
              <a:t>REST API 명세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명세 목록</a:t>
            </a:r>
            <a:endParaRPr/>
          </a:p>
        </p:txBody>
      </p:sp>
      <p:graphicFrame>
        <p:nvGraphicFramePr>
          <p:cNvPr id="110" name="Google Shape;110;p9"/>
          <p:cNvGraphicFramePr/>
          <p:nvPr/>
        </p:nvGraphicFramePr>
        <p:xfrm>
          <a:off x="1098745" y="1813175"/>
          <a:ext cx="10515625" cy="407935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1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POST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/auth/signin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회원가입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Users-01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2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POST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/api/v1/login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로그인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Login-01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3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4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5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6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7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8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9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10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/>
        </p:nvGraphicFramePr>
        <p:xfrm>
          <a:off x="1098745" y="1813175"/>
          <a:ext cx="10515625" cy="74170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1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POST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/api/v1/login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로그인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/>
        </p:nvGraphicFramePr>
        <p:xfrm>
          <a:off x="1098744" y="2677343"/>
          <a:ext cx="10515600" cy="3756725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요청라인 (질의문자열)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{ “username”:”user”, “password”:”abcd”}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응답코드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sz="4400"/>
              <a:t>Database 설계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dirty="0"/>
              <a:t>ERD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0C039C1-2C2C-4036-917C-7953F2574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9313" y="1178787"/>
            <a:ext cx="7813374" cy="551941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910F284-7D71-43B9-95F1-9C08397FA6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77139"/>
            <a:ext cx="12120091" cy="5241713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C15FAEB-7157-4CC6-B6BE-D0641703B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353149"/>
            <a:ext cx="12006471" cy="523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7305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F7419E9-C69F-4F15-A91A-DF2C4652AE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11884559" cy="3186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2392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7E22B51-9F67-4FE8-8E39-C2C95DF5FA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7"/>
            <a:ext cx="12192000" cy="5167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9848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D84041-B436-4064-9252-3BC6AD75F8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12187716" cy="313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3525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74BE8BD-7C0F-47BA-9E60-410025373D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690688"/>
            <a:ext cx="12102357" cy="3318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1442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4B4DE48-DCF3-4032-96B8-38D007EB81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11982258" cy="3278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95354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83064E4-7250-40D2-A07A-6A108BE056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12203083" cy="5008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4141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E943886-E1B8-4C24-BA96-C23F86CBF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45491"/>
            <a:ext cx="12192000" cy="5274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80028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2BE8A25-4F88-4394-A963-E6B7489CE1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690688"/>
            <a:ext cx="12192001" cy="4038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4620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A4665D3-6B9B-44CE-8984-8DF9E904A8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12241212" cy="3338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6922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CC615A1-1533-4E07-AC87-49BE8B467C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87697"/>
            <a:ext cx="12192000" cy="5251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28785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7F66D35-C6E4-485E-A187-696058B9D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12192000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0144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</TotalTime>
  <Words>654</Words>
  <Application>Microsoft Office PowerPoint</Application>
  <PresentationFormat>와이드스크린</PresentationFormat>
  <Paragraphs>295</Paragraphs>
  <Slides>35</Slides>
  <Notes>35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0" baseType="lpstr">
      <vt:lpstr>Gulim</vt:lpstr>
      <vt:lpstr>맑은 고딕</vt:lpstr>
      <vt:lpstr>맑은 고딕</vt:lpstr>
      <vt:lpstr>Arial</vt:lpstr>
      <vt:lpstr>Office 테마</vt:lpstr>
      <vt:lpstr>횡단보도, 신호등 설치 현황 및 보행 안전 대시보드</vt:lpstr>
      <vt:lpstr>활용 데이터</vt:lpstr>
      <vt:lpstr>기능 정의</vt:lpstr>
      <vt:lpstr>시스템 구성</vt:lpstr>
      <vt:lpstr>화면 설계서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REST API 명세</vt:lpstr>
      <vt:lpstr>REST API 명세 목록</vt:lpstr>
      <vt:lpstr>REST API 상세 명세</vt:lpstr>
      <vt:lpstr>Database 설계</vt:lpstr>
      <vt:lpstr>ERD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횡단보도, 신호등 설치 현황 및 보행 안전 대시보드</dc:title>
  <dc:creator>김경민</dc:creator>
  <cp:lastModifiedBy>user</cp:lastModifiedBy>
  <cp:revision>15</cp:revision>
  <dcterms:created xsi:type="dcterms:W3CDTF">2023-11-14T00:10:21Z</dcterms:created>
  <dcterms:modified xsi:type="dcterms:W3CDTF">2026-01-22T04:57:14Z</dcterms:modified>
</cp:coreProperties>
</file>